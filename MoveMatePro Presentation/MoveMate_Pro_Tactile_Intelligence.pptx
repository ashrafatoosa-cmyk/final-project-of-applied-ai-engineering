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raf Atoosa" userId="5f4c9e73-6099-4c0b-8495-74eb03f87330" providerId="ADAL" clId="{AA5EB53F-11D8-4380-9420-2A8063193197}"/>
    <pc:docChg chg="undo custSel addSld delSld modSld">
      <pc:chgData name="Ashraf Atoosa" userId="5f4c9e73-6099-4c0b-8495-74eb03f87330" providerId="ADAL" clId="{AA5EB53F-11D8-4380-9420-2A8063193197}" dt="2026-04-21T18:15:02.267" v="7" actId="47"/>
      <pc:docMkLst>
        <pc:docMk/>
      </pc:docMkLst>
      <pc:sldChg chg="addSp delSp modSp mod">
        <pc:chgData name="Ashraf Atoosa" userId="5f4c9e73-6099-4c0b-8495-74eb03f87330" providerId="ADAL" clId="{AA5EB53F-11D8-4380-9420-2A8063193197}" dt="2026-04-21T17:25:03.612" v="5" actId="14100"/>
        <pc:sldMkLst>
          <pc:docMk/>
          <pc:sldMk cId="0" sldId="256"/>
        </pc:sldMkLst>
        <pc:picChg chg="add del mod">
          <ac:chgData name="Ashraf Atoosa" userId="5f4c9e73-6099-4c0b-8495-74eb03f87330" providerId="ADAL" clId="{AA5EB53F-11D8-4380-9420-2A8063193197}" dt="2026-04-21T17:25:03.612" v="5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new del">
        <pc:chgData name="Ashraf Atoosa" userId="5f4c9e73-6099-4c0b-8495-74eb03f87330" providerId="ADAL" clId="{AA5EB53F-11D8-4380-9420-2A8063193197}" dt="2026-04-21T18:15:02.267" v="7" actId="47"/>
        <pc:sldMkLst>
          <pc:docMk/>
          <pc:sldMk cId="102189821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Ashraf Atoosa</cp:lastModifiedBy>
  <cp:revision>1</cp:revision>
  <dcterms:created xsi:type="dcterms:W3CDTF">2006-08-16T00:00:00Z</dcterms:created>
  <dcterms:modified xsi:type="dcterms:W3CDTF">2026-04-21T18:15:04Z</dcterms:modified>
</cp:coreProperties>
</file>