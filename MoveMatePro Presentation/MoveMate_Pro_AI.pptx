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1" r:id="rId6"/>
    <p:sldId id="260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0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EF5221-E52C-4FC2-B1CB-741BC2E0A27C}" v="11" dt="2026-04-22T07:57:57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3447" autoAdjust="0"/>
  </p:normalViewPr>
  <p:slideViewPr>
    <p:cSldViewPr>
      <p:cViewPr varScale="1">
        <p:scale>
          <a:sx n="44" d="100"/>
          <a:sy n="44" d="100"/>
        </p:scale>
        <p:origin x="94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raf Atoosa" userId="5f4c9e73-6099-4c0b-8495-74eb03f87330" providerId="ADAL" clId="{AA5EB53F-11D8-4380-9420-2A8063193197}"/>
    <pc:docChg chg="undo redo custSel addSld delSld modSld sldOrd">
      <pc:chgData name="Ashraf Atoosa" userId="5f4c9e73-6099-4c0b-8495-74eb03f87330" providerId="ADAL" clId="{AA5EB53F-11D8-4380-9420-2A8063193197}" dt="2026-04-22T07:58:03.002" v="302" actId="1076"/>
      <pc:docMkLst>
        <pc:docMk/>
      </pc:docMkLst>
      <pc:sldChg chg="addSp delSp modSp mod setBg delDesignElem chgLayout">
        <pc:chgData name="Ashraf Atoosa" userId="5f4c9e73-6099-4c0b-8495-74eb03f87330" providerId="ADAL" clId="{AA5EB53F-11D8-4380-9420-2A8063193197}" dt="2026-04-22T07:13:24.278" v="298" actId="478"/>
        <pc:sldMkLst>
          <pc:docMk/>
          <pc:sldMk cId="0" sldId="256"/>
        </pc:sldMkLst>
        <pc:spChg chg="add mod">
          <ac:chgData name="Ashraf Atoosa" userId="5f4c9e73-6099-4c0b-8495-74eb03f87330" providerId="ADAL" clId="{AA5EB53F-11D8-4380-9420-2A8063193197}" dt="2026-04-22T06:51:15.188" v="292" actId="1076"/>
          <ac:spMkLst>
            <pc:docMk/>
            <pc:sldMk cId="0" sldId="256"/>
            <ac:spMk id="2" creationId="{0C67E0AC-0979-BA7C-5D4E-6B51111D7DC2}"/>
          </ac:spMkLst>
        </pc:spChg>
        <pc:spChg chg="add mod">
          <ac:chgData name="Ashraf Atoosa" userId="5f4c9e73-6099-4c0b-8495-74eb03f87330" providerId="ADAL" clId="{AA5EB53F-11D8-4380-9420-2A8063193197}" dt="2026-04-22T06:31:10.759" v="174" actId="571"/>
          <ac:spMkLst>
            <pc:docMk/>
            <pc:sldMk cId="0" sldId="256"/>
            <ac:spMk id="5" creationId="{1ABC9EF8-7344-04AD-45BF-641DF79E2118}"/>
          </ac:spMkLst>
        </pc:spChg>
        <pc:spChg chg="add mod">
          <ac:chgData name="Ashraf Atoosa" userId="5f4c9e73-6099-4c0b-8495-74eb03f87330" providerId="ADAL" clId="{AA5EB53F-11D8-4380-9420-2A8063193197}" dt="2026-04-22T06:51:10.122" v="291" actId="1076"/>
          <ac:spMkLst>
            <pc:docMk/>
            <pc:sldMk cId="0" sldId="256"/>
            <ac:spMk id="6" creationId="{7D51B56D-73B0-3F57-6926-9B7A0E6B85F1}"/>
          </ac:spMkLst>
        </pc:spChg>
        <pc:spChg chg="add del">
          <ac:chgData name="Ashraf Atoosa" userId="5f4c9e73-6099-4c0b-8495-74eb03f87330" providerId="ADAL" clId="{AA5EB53F-11D8-4380-9420-2A8063193197}" dt="2026-04-21T18:24:43.826" v="46" actId="26606"/>
          <ac:spMkLst>
            <pc:docMk/>
            <pc:sldMk cId="0" sldId="256"/>
            <ac:spMk id="10" creationId="{22C6C9C9-83BF-4A6C-A1BF-C1735C61B4FF}"/>
          </ac:spMkLst>
        </pc:spChg>
        <pc:picChg chg="del mod modCrop">
          <ac:chgData name="Ashraf Atoosa" userId="5f4c9e73-6099-4c0b-8495-74eb03f87330" providerId="ADAL" clId="{AA5EB53F-11D8-4380-9420-2A8063193197}" dt="2026-04-21T18:20:16.538" v="27" actId="478"/>
          <ac:picMkLst>
            <pc:docMk/>
            <pc:sldMk cId="0" sldId="256"/>
            <ac:picMk id="2" creationId="{00000000-0000-0000-0000-000000000000}"/>
          </ac:picMkLst>
        </pc:picChg>
        <pc:picChg chg="add mod ord">
          <ac:chgData name="Ashraf Atoosa" userId="5f4c9e73-6099-4c0b-8495-74eb03f87330" providerId="ADAL" clId="{AA5EB53F-11D8-4380-9420-2A8063193197}" dt="2026-04-22T06:50:59.864" v="289" actId="1076"/>
          <ac:picMkLst>
            <pc:docMk/>
            <pc:sldMk cId="0" sldId="256"/>
            <ac:picMk id="3" creationId="{03280296-99B6-CF37-50B9-712958F70FB3}"/>
          </ac:picMkLst>
        </pc:picChg>
        <pc:picChg chg="add mod">
          <ac:chgData name="Ashraf Atoosa" userId="5f4c9e73-6099-4c0b-8495-74eb03f87330" providerId="ADAL" clId="{AA5EB53F-11D8-4380-9420-2A8063193197}" dt="2026-04-22T06:31:10.759" v="174" actId="571"/>
          <ac:picMkLst>
            <pc:docMk/>
            <pc:sldMk cId="0" sldId="256"/>
            <ac:picMk id="4" creationId="{D9136CB7-7A4F-9231-7B40-253E27597647}"/>
          </ac:picMkLst>
        </pc:picChg>
        <pc:picChg chg="add del mod ord">
          <ac:chgData name="Ashraf Atoosa" userId="5f4c9e73-6099-4c0b-8495-74eb03f87330" providerId="ADAL" clId="{AA5EB53F-11D8-4380-9420-2A8063193197}" dt="2026-04-21T18:31:31.053" v="126" actId="478"/>
          <ac:picMkLst>
            <pc:docMk/>
            <pc:sldMk cId="0" sldId="256"/>
            <ac:picMk id="5" creationId="{6492B54D-BBDE-A9FB-5B43-A1DA7BA16BF0}"/>
          </ac:picMkLst>
        </pc:picChg>
        <pc:picChg chg="add del mod modCrop">
          <ac:chgData name="Ashraf Atoosa" userId="5f4c9e73-6099-4c0b-8495-74eb03f87330" providerId="ADAL" clId="{AA5EB53F-11D8-4380-9420-2A8063193197}" dt="2026-04-21T18:31:16.088" v="124" actId="478"/>
          <ac:picMkLst>
            <pc:docMk/>
            <pc:sldMk cId="0" sldId="256"/>
            <ac:picMk id="7" creationId="{31AAEB0F-75ED-60FE-0361-1F8243772F13}"/>
          </ac:picMkLst>
        </pc:picChg>
        <pc:picChg chg="add del mod ord">
          <ac:chgData name="Ashraf Atoosa" userId="5f4c9e73-6099-4c0b-8495-74eb03f87330" providerId="ADAL" clId="{AA5EB53F-11D8-4380-9420-2A8063193197}" dt="2026-04-22T07:13:24.278" v="298" actId="478"/>
          <ac:picMkLst>
            <pc:docMk/>
            <pc:sldMk cId="0" sldId="256"/>
            <ac:picMk id="8" creationId="{45752DF5-F4A9-4B70-3563-E8A6F8DEECCA}"/>
          </ac:picMkLst>
        </pc:picChg>
        <pc:cxnChg chg="add del">
          <ac:chgData name="Ashraf Atoosa" userId="5f4c9e73-6099-4c0b-8495-74eb03f87330" providerId="ADAL" clId="{AA5EB53F-11D8-4380-9420-2A8063193197}" dt="2026-04-21T18:28:14.476" v="106" actId="700"/>
          <ac:cxnSpMkLst>
            <pc:docMk/>
            <pc:sldMk cId="0" sldId="256"/>
            <ac:cxnSpMk id="12" creationId="{DCD67800-37AC-4E14-89B0-F79DCB3FB86D}"/>
          </ac:cxnSpMkLst>
        </pc:cxnChg>
        <pc:cxnChg chg="add del">
          <ac:chgData name="Ashraf Atoosa" userId="5f4c9e73-6099-4c0b-8495-74eb03f87330" providerId="ADAL" clId="{AA5EB53F-11D8-4380-9420-2A8063193197}" dt="2026-04-21T18:28:14.476" v="106" actId="700"/>
          <ac:cxnSpMkLst>
            <pc:docMk/>
            <pc:sldMk cId="0" sldId="256"/>
            <ac:cxnSpMk id="14" creationId="{20F1788F-A5AE-4188-8274-F7F2E3833ECD}"/>
          </ac:cxnSpMkLst>
        </pc:cxnChg>
      </pc:sldChg>
      <pc:sldChg chg="del">
        <pc:chgData name="Ashraf Atoosa" userId="5f4c9e73-6099-4c0b-8495-74eb03f87330" providerId="ADAL" clId="{AA5EB53F-11D8-4380-9420-2A8063193197}" dt="2026-04-21T18:43:22.258" v="127" actId="47"/>
        <pc:sldMkLst>
          <pc:docMk/>
          <pc:sldMk cId="0" sldId="259"/>
        </pc:sldMkLst>
      </pc:sldChg>
      <pc:sldChg chg="addSp delSp modSp mod">
        <pc:chgData name="Ashraf Atoosa" userId="5f4c9e73-6099-4c0b-8495-74eb03f87330" providerId="ADAL" clId="{AA5EB53F-11D8-4380-9420-2A8063193197}" dt="2026-04-22T07:58:03.002" v="302" actId="1076"/>
        <pc:sldMkLst>
          <pc:docMk/>
          <pc:sldMk cId="0" sldId="260"/>
        </pc:sldMkLst>
        <pc:picChg chg="del">
          <ac:chgData name="Ashraf Atoosa" userId="5f4c9e73-6099-4c0b-8495-74eb03f87330" providerId="ADAL" clId="{AA5EB53F-11D8-4380-9420-2A8063193197}" dt="2026-04-22T07:58:00.406" v="301" actId="478"/>
          <ac:picMkLst>
            <pc:docMk/>
            <pc:sldMk cId="0" sldId="260"/>
            <ac:picMk id="2" creationId="{00000000-0000-0000-0000-000000000000}"/>
          </ac:picMkLst>
        </pc:picChg>
        <pc:picChg chg="add mod">
          <ac:chgData name="Ashraf Atoosa" userId="5f4c9e73-6099-4c0b-8495-74eb03f87330" providerId="ADAL" clId="{AA5EB53F-11D8-4380-9420-2A8063193197}" dt="2026-04-22T07:58:03.002" v="302" actId="1076"/>
          <ac:picMkLst>
            <pc:docMk/>
            <pc:sldMk cId="0" sldId="260"/>
            <ac:picMk id="3" creationId="{B03F5782-FAC6-1A1C-BCD9-19869BB5DEC0}"/>
          </ac:picMkLst>
        </pc:picChg>
      </pc:sldChg>
      <pc:sldChg chg="add del">
        <pc:chgData name="Ashraf Atoosa" userId="5f4c9e73-6099-4c0b-8495-74eb03f87330" providerId="ADAL" clId="{AA5EB53F-11D8-4380-9420-2A8063193197}" dt="2026-04-21T18:15:52.437" v="1" actId="47"/>
        <pc:sldMkLst>
          <pc:docMk/>
          <pc:sldMk cId="2874334625" sldId="261"/>
        </pc:sldMkLst>
      </pc:sldChg>
      <pc:sldChg chg="addSp delSp modSp add mod ord">
        <pc:chgData name="Ashraf Atoosa" userId="5f4c9e73-6099-4c0b-8495-74eb03f87330" providerId="ADAL" clId="{AA5EB53F-11D8-4380-9420-2A8063193197}" dt="2026-04-21T18:16:13.461" v="9" actId="14100"/>
        <pc:sldMkLst>
          <pc:docMk/>
          <pc:sldMk cId="4152760382" sldId="261"/>
        </pc:sldMkLst>
        <pc:picChg chg="del">
          <ac:chgData name="Ashraf Atoosa" userId="5f4c9e73-6099-4c0b-8495-74eb03f87330" providerId="ADAL" clId="{AA5EB53F-11D8-4380-9420-2A8063193197}" dt="2026-04-21T18:16:07.986" v="7" actId="478"/>
          <ac:picMkLst>
            <pc:docMk/>
            <pc:sldMk cId="4152760382" sldId="261"/>
            <ac:picMk id="2" creationId="{7C388031-673D-2DD4-0A8E-ABC6FEA35818}"/>
          </ac:picMkLst>
        </pc:picChg>
        <pc:picChg chg="add mod">
          <ac:chgData name="Ashraf Atoosa" userId="5f4c9e73-6099-4c0b-8495-74eb03f87330" providerId="ADAL" clId="{AA5EB53F-11D8-4380-9420-2A8063193197}" dt="2026-04-21T18:16:13.461" v="9" actId="14100"/>
          <ac:picMkLst>
            <pc:docMk/>
            <pc:sldMk cId="4152760382" sldId="261"/>
            <ac:picMk id="3" creationId="{0C9CB90D-C400-20C0-95A7-53E9744BB0B9}"/>
          </ac:picMkLst>
        </pc:picChg>
      </pc:sldChg>
      <pc:sldChg chg="addSp modSp new mod setBg">
        <pc:chgData name="Ashraf Atoosa" userId="5f4c9e73-6099-4c0b-8495-74eb03f87330" providerId="ADAL" clId="{AA5EB53F-11D8-4380-9420-2A8063193197}" dt="2026-04-21T18:21:43.802" v="30" actId="26606"/>
        <pc:sldMkLst>
          <pc:docMk/>
          <pc:sldMk cId="2556139042" sldId="262"/>
        </pc:sldMkLst>
        <pc:spChg chg="add">
          <ac:chgData name="Ashraf Atoosa" userId="5f4c9e73-6099-4c0b-8495-74eb03f87330" providerId="ADAL" clId="{AA5EB53F-11D8-4380-9420-2A8063193197}" dt="2026-04-21T18:21:43.802" v="30" actId="26606"/>
          <ac:spMkLst>
            <pc:docMk/>
            <pc:sldMk cId="2556139042" sldId="262"/>
            <ac:spMk id="8" creationId="{42A4FC2C-047E-45A5-965D-8E1E3BF09BC6}"/>
          </ac:spMkLst>
        </pc:spChg>
        <pc:picChg chg="add mod">
          <ac:chgData name="Ashraf Atoosa" userId="5f4c9e73-6099-4c0b-8495-74eb03f87330" providerId="ADAL" clId="{AA5EB53F-11D8-4380-9420-2A8063193197}" dt="2026-04-21T18:21:43.802" v="30" actId="26606"/>
          <ac:picMkLst>
            <pc:docMk/>
            <pc:sldMk cId="2556139042" sldId="262"/>
            <ac:picMk id="3" creationId="{9D84EFB7-3B93-401E-D81C-3B9A99DEFFE7}"/>
          </ac:picMkLst>
        </pc:picChg>
      </pc:sldChg>
      <pc:sldChg chg="new add del">
        <pc:chgData name="Ashraf Atoosa" userId="5f4c9e73-6099-4c0b-8495-74eb03f87330" providerId="ADAL" clId="{AA5EB53F-11D8-4380-9420-2A8063193197}" dt="2026-04-21T18:23:46.909" v="34" actId="47"/>
        <pc:sldMkLst>
          <pc:docMk/>
          <pc:sldMk cId="1618533976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E6B5B-D3AC-4476-89A0-F51529C020DF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A3131-7267-4760-BBEA-CA21308D7A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35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A3131-7267-4760-BBEA-CA21308D7A1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390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280296-99B6-CF37-50B9-712958F70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851" y="-152400"/>
            <a:ext cx="16421701" cy="9296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67E0AC-0979-BA7C-5D4E-6B51111D7DC2}"/>
              </a:ext>
            </a:extLst>
          </p:cNvPr>
          <p:cNvSpPr txBox="1"/>
          <p:nvPr/>
        </p:nvSpPr>
        <p:spPr>
          <a:xfrm>
            <a:off x="4318000" y="7620000"/>
            <a:ext cx="3048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A0659"/>
                </a:solidFill>
              </a:rPr>
              <a:t>Presented by:</a:t>
            </a:r>
          </a:p>
          <a:p>
            <a:r>
              <a:rPr lang="en-US" sz="3200" b="1" dirty="0">
                <a:solidFill>
                  <a:srgbClr val="7A0659"/>
                </a:solidFill>
              </a:rPr>
              <a:t>Atoosa Ashraf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1B56D-73B0-3F57-6926-9B7A0E6B85F1}"/>
              </a:ext>
            </a:extLst>
          </p:cNvPr>
          <p:cNvSpPr txBox="1"/>
          <p:nvPr/>
        </p:nvSpPr>
        <p:spPr>
          <a:xfrm>
            <a:off x="8127999" y="7620000"/>
            <a:ext cx="51528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A0659"/>
                </a:solidFill>
              </a:rPr>
              <a:t>Course Instructor:</a:t>
            </a:r>
          </a:p>
          <a:p>
            <a:r>
              <a:rPr lang="en-US" sz="3200" b="1" dirty="0">
                <a:solidFill>
                  <a:srgbClr val="7A0659"/>
                </a:solidFill>
              </a:rPr>
              <a:t>Henry L</a:t>
            </a:r>
            <a:r>
              <a:rPr lang="fi-FI" sz="3200" b="1" dirty="0">
                <a:solidFill>
                  <a:srgbClr val="7A0659"/>
                </a:solidFill>
              </a:rPr>
              <a:t>ä</a:t>
            </a:r>
            <a:r>
              <a:rPr lang="en-US" sz="3200" b="1" dirty="0">
                <a:solidFill>
                  <a:srgbClr val="7A0659"/>
                </a:solidFill>
              </a:rPr>
              <a:t>hteenmäki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032" y="0"/>
            <a:ext cx="16251936" cy="91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84EFB7-3B93-401E-D81C-3B9A99DEF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4"/>
          <a:stretch>
            <a:fillRect/>
          </a:stretch>
        </p:blipFill>
        <p:spPr>
          <a:xfrm>
            <a:off x="20" y="1709"/>
            <a:ext cx="16255980" cy="914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3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AE9F9-56D0-3A2F-EA70-70D39365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9CB90D-C400-20C0-95A7-53E9744BB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-18574"/>
            <a:ext cx="16357600" cy="912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60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3F5782-FAC6-1A1C-BCD9-19869BB5D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13</Words>
  <Application>Microsoft Office PowerPoint</Application>
  <PresentationFormat>Custom</PresentationFormat>
  <Paragraphs>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Ashraf Atoosa</cp:lastModifiedBy>
  <cp:revision>1</cp:revision>
  <dcterms:created xsi:type="dcterms:W3CDTF">2006-08-16T00:00:00Z</dcterms:created>
  <dcterms:modified xsi:type="dcterms:W3CDTF">2026-04-22T07:58:04Z</dcterms:modified>
</cp:coreProperties>
</file>